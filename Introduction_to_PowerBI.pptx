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805D9-D221-4FF2-A11A-6A6D0D4A393C}" v="3" dt="2025-12-02T17:33:55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2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5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39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3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5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44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7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1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8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0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89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835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10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55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23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37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0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37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CEA15C-0AE9-02E6-C755-CEBFE5D9E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124" y="196645"/>
            <a:ext cx="5702708" cy="1101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722BF-D1DA-710D-B18C-80A1DE54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981" y="1499101"/>
            <a:ext cx="5285690" cy="536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0348BB-9E39-3306-310E-4C7658EE74EC}"/>
              </a:ext>
            </a:extLst>
          </p:cNvPr>
          <p:cNvSpPr txBox="1"/>
          <p:nvPr/>
        </p:nvSpPr>
        <p:spPr>
          <a:xfrm>
            <a:off x="4911212" y="535889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Presented to :- Deepanshu Kumar</a:t>
            </a:r>
          </a:p>
          <a:p>
            <a:endParaRPr lang="en-IN" b="1" u="sng" dirty="0"/>
          </a:p>
          <a:p>
            <a:r>
              <a:rPr lang="en-IN" b="1" u="sng" dirty="0"/>
              <a:t>Presented By:- Nishu Mishra</a:t>
            </a:r>
          </a:p>
          <a:p>
            <a:r>
              <a:rPr lang="en-IN" b="1" dirty="0"/>
              <a:t>                          </a:t>
            </a:r>
            <a:r>
              <a:rPr lang="en-IN" b="1" u="sng" dirty="0"/>
              <a:t>Tanu shri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E06154-F52F-43F8-79D1-C9F7ADB0C0AD}"/>
              </a:ext>
            </a:extLst>
          </p:cNvPr>
          <p:cNvSpPr txBox="1"/>
          <p:nvPr/>
        </p:nvSpPr>
        <p:spPr>
          <a:xfrm>
            <a:off x="565355" y="2598003"/>
            <a:ext cx="8150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INTRODUCTION TO POWER BI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35F404-501E-CA3F-07FC-1B9FF9C49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9" y="3716593"/>
            <a:ext cx="4444181" cy="30314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AEDE-9D8B-C5F6-915B-DA80B7FE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816" y="660643"/>
            <a:ext cx="6377940" cy="1293028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Business Intelligence &amp; Power BI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4A048-7DC4-3695-8DEC-A779DF25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BI converts raw data into meaningful insights.</a:t>
            </a:r>
          </a:p>
          <a:p>
            <a:pPr marL="0" indent="0">
              <a:buNone/>
            </a:pPr>
            <a:r>
              <a:rPr lang="en-US" dirty="0"/>
              <a:t>• Power BI is Microsoft's business analytics tool.</a:t>
            </a:r>
          </a:p>
          <a:p>
            <a:pPr marL="0" indent="0">
              <a:buNone/>
            </a:pPr>
            <a:r>
              <a:rPr lang="en-US" dirty="0"/>
              <a:t>• Provides dashboards, reports, and visualizations.</a:t>
            </a:r>
          </a:p>
          <a:p>
            <a:pPr marL="0" indent="0">
              <a:buNone/>
            </a:pPr>
            <a:r>
              <a:rPr lang="en-US" dirty="0"/>
              <a:t>• Helps users make data-driven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14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062" y="764373"/>
            <a:ext cx="6377940" cy="1293028"/>
          </a:xfrm>
        </p:spPr>
        <p:txBody>
          <a:bodyPr/>
          <a:lstStyle/>
          <a:p>
            <a:r>
              <a:rPr dirty="0"/>
              <a:t>What is Power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Cloud-based data visualization and analytics tool.</a:t>
            </a:r>
          </a:p>
          <a:p>
            <a:pPr marL="0" indent="0">
              <a:buNone/>
            </a:pPr>
            <a:r>
              <a:rPr dirty="0"/>
              <a:t>• Supports self-service BI.</a:t>
            </a:r>
          </a:p>
          <a:p>
            <a:pPr marL="0" indent="0">
              <a:buNone/>
            </a:pPr>
            <a:r>
              <a:rPr dirty="0"/>
              <a:t>• Integrates with many data sources.</a:t>
            </a:r>
          </a:p>
          <a:p>
            <a:pPr marL="0" indent="0">
              <a:buNone/>
            </a:pPr>
            <a:r>
              <a:rPr dirty="0"/>
              <a:t>• AI-powered insights.</a:t>
            </a:r>
          </a:p>
          <a:p>
            <a:pPr marL="0" indent="0">
              <a:buNone/>
            </a:pPr>
            <a:r>
              <a:rPr dirty="0"/>
              <a:t>• Available on Desktop, Cloud, and Mobile.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47" y="722501"/>
            <a:ext cx="7955280" cy="1293028"/>
          </a:xfrm>
        </p:spPr>
        <p:txBody>
          <a:bodyPr/>
          <a:lstStyle/>
          <a:p>
            <a:r>
              <a:rPr dirty="0"/>
              <a:t>Components of Power BI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A15A2-D4F6-A465-69BC-E39C1CEF4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2194560"/>
            <a:ext cx="7264195" cy="39409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75883"/>
            <a:ext cx="6377940" cy="1293028"/>
          </a:xfrm>
        </p:spPr>
        <p:txBody>
          <a:bodyPr/>
          <a:lstStyle/>
          <a:p>
            <a:r>
              <a:rPr dirty="0"/>
              <a:t>Power BI</a:t>
            </a:r>
            <a:r>
              <a:rPr lang="en-IN" dirty="0"/>
              <a:t> FEATURES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9D99F-D14F-8FF3-7B08-1C84F77E5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886" y="2142049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352" y="702836"/>
            <a:ext cx="6377940" cy="1293028"/>
          </a:xfrm>
        </p:spPr>
        <p:txBody>
          <a:bodyPr/>
          <a:lstStyle/>
          <a:p>
            <a:r>
              <a:rPr dirty="0"/>
              <a:t>Power BI Desktop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Ribbon</a:t>
            </a:r>
          </a:p>
          <a:p>
            <a:pPr marL="0" indent="0">
              <a:buNone/>
            </a:pPr>
            <a:r>
              <a:rPr dirty="0"/>
              <a:t>• Report View</a:t>
            </a:r>
          </a:p>
          <a:p>
            <a:pPr marL="0" indent="0">
              <a:buNone/>
            </a:pPr>
            <a:r>
              <a:rPr dirty="0"/>
              <a:t>• Data View</a:t>
            </a:r>
          </a:p>
          <a:p>
            <a:pPr marL="0" indent="0">
              <a:buNone/>
            </a:pPr>
            <a:r>
              <a:rPr dirty="0"/>
              <a:t>• Model View</a:t>
            </a:r>
          </a:p>
          <a:p>
            <a:pPr marL="0" indent="0">
              <a:buNone/>
            </a:pPr>
            <a:r>
              <a:rPr dirty="0"/>
              <a:t>• Visualization Pane</a:t>
            </a:r>
          </a:p>
          <a:p>
            <a:pPr marL="0" indent="0">
              <a:buNone/>
            </a:pPr>
            <a:r>
              <a:rPr dirty="0"/>
              <a:t>• Fields Pane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890" y="764373"/>
            <a:ext cx="7546750" cy="1293028"/>
          </a:xfrm>
        </p:spPr>
        <p:txBody>
          <a:bodyPr/>
          <a:lstStyle/>
          <a:p>
            <a:r>
              <a:rPr dirty="0"/>
              <a:t>Supported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Files: Excel, CSV, PDF</a:t>
            </a:r>
          </a:p>
          <a:p>
            <a:pPr marL="0" indent="0">
              <a:buNone/>
            </a:pPr>
            <a:r>
              <a:rPr dirty="0"/>
              <a:t>• Databases: SQL, Oracle, MySQL</a:t>
            </a:r>
          </a:p>
          <a:p>
            <a:pPr marL="0" indent="0">
              <a:buNone/>
            </a:pPr>
            <a:r>
              <a:rPr dirty="0"/>
              <a:t>• Online Services: SharePoint, Salesforce</a:t>
            </a:r>
          </a:p>
          <a:p>
            <a:pPr marL="0" indent="0">
              <a:buNone/>
            </a:pPr>
            <a:r>
              <a:rPr dirty="0"/>
              <a:t>• Big Data: Spark, Hadoop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Transformation with 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Importing, cleaning, merging datasets.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No coding required.</a:t>
            </a:r>
          </a:p>
          <a:p>
            <a:pPr marL="0" indent="0">
              <a:buNone/>
            </a:pPr>
            <a:r>
              <a:rPr dirty="0"/>
              <a:t>• Steps are reusable.</a:t>
            </a:r>
          </a:p>
          <a:p>
            <a:pPr marL="0" indent="0">
              <a:buNone/>
            </a:pPr>
            <a:r>
              <a:rPr dirty="0"/>
              <a:t>• Efficient for large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764373"/>
            <a:ext cx="8156350" cy="1293028"/>
          </a:xfrm>
        </p:spPr>
        <p:txBody>
          <a:bodyPr/>
          <a:lstStyle/>
          <a:p>
            <a:r>
              <a:rPr dirty="0"/>
              <a:t>Data Modeling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Tables &amp; Relationships.</a:t>
            </a:r>
          </a:p>
          <a:p>
            <a:pPr marL="0" indent="0">
              <a:buNone/>
            </a:pPr>
            <a:r>
              <a:rPr dirty="0"/>
              <a:t>• Star Schema.</a:t>
            </a:r>
          </a:p>
          <a:p>
            <a:pPr marL="0" indent="0">
              <a:buNone/>
            </a:pPr>
            <a:r>
              <a:rPr dirty="0"/>
              <a:t>• Calculated Columns.</a:t>
            </a:r>
          </a:p>
          <a:p>
            <a:pPr marL="0" indent="0">
              <a:buNone/>
            </a:pPr>
            <a:r>
              <a:rPr dirty="0"/>
              <a:t>• Measures using DAX.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SUM, AVERAGE, COUNT, CALCULATE, FILTER.</a:t>
            </a:r>
          </a:p>
          <a:p>
            <a:pPr marL="0" indent="0">
              <a:buNone/>
            </a:pPr>
            <a:r>
              <a:rPr dirty="0"/>
              <a:t>• Used for KPIs, comparisons, business 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81" y="764373"/>
            <a:ext cx="8067859" cy="1293028"/>
          </a:xfrm>
        </p:spPr>
        <p:txBody>
          <a:bodyPr/>
          <a:lstStyle/>
          <a:p>
            <a:r>
              <a:rPr dirty="0"/>
              <a:t>Visualizations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Basic: Bar, Line, Pie.</a:t>
            </a:r>
          </a:p>
          <a:p>
            <a:pPr marL="0" indent="0">
              <a:buNone/>
            </a:pPr>
            <a:r>
              <a:rPr dirty="0"/>
              <a:t>• Advanced: Maps, Waterfall.</a:t>
            </a:r>
          </a:p>
          <a:p>
            <a:pPr marL="0" indent="0">
              <a:buNone/>
            </a:pPr>
            <a:r>
              <a:rPr dirty="0"/>
              <a:t>• Custom visuals from AppSource.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961" y="479238"/>
            <a:ext cx="5633883" cy="1293028"/>
          </a:xfrm>
        </p:spPr>
        <p:txBody>
          <a:bodyPr/>
          <a:lstStyle/>
          <a:p>
            <a:r>
              <a:rPr dirty="0"/>
              <a:t>Power BI Service &amp;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Dashboards, Workspaces.</a:t>
            </a:r>
          </a:p>
          <a:p>
            <a:pPr marL="0" indent="0">
              <a:buNone/>
            </a:pPr>
            <a:r>
              <a:rPr dirty="0"/>
              <a:t>• Automatic Data Refresh.</a:t>
            </a:r>
          </a:p>
          <a:p>
            <a:pPr marL="0" indent="0">
              <a:buNone/>
            </a:pPr>
            <a:r>
              <a:rPr dirty="0"/>
              <a:t>• Sharing options &amp; embedding.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Row-level 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613" y="764373"/>
            <a:ext cx="8058027" cy="1293028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Advantages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Easy to use, scalable, AI-powered.</a:t>
            </a:r>
          </a:p>
          <a:p>
            <a:pPr marL="0" indent="0">
              <a:buNone/>
            </a:pPr>
            <a:r>
              <a:rPr dirty="0"/>
              <a:t>• Widely used across industries.</a:t>
            </a:r>
          </a:p>
          <a:p>
            <a:pPr marL="0" indent="0">
              <a:buNone/>
            </a:pPr>
            <a:r>
              <a:rPr dirty="0"/>
              <a:t>• Essential tool for analysts and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28</TotalTime>
  <Words>311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Algerian</vt:lpstr>
      <vt:lpstr>Arial</vt:lpstr>
      <vt:lpstr>Century Gothic</vt:lpstr>
      <vt:lpstr>Vapor Trail</vt:lpstr>
      <vt:lpstr>PowerPoint Presentation</vt:lpstr>
      <vt:lpstr>Introduction to Business Intelligence &amp; Power BI</vt:lpstr>
      <vt:lpstr>What is Power BI?</vt:lpstr>
      <vt:lpstr>Components of Power BI</vt:lpstr>
      <vt:lpstr>Power BI FEATURES</vt:lpstr>
      <vt:lpstr>Power BI Desktop Interface Overview</vt:lpstr>
      <vt:lpstr>Supported Data Sources</vt:lpstr>
      <vt:lpstr>Data Transformation with Power Query</vt:lpstr>
      <vt:lpstr>Data Modeling in Power BI</vt:lpstr>
      <vt:lpstr>Understanding DAX</vt:lpstr>
      <vt:lpstr>Visualizations in Power BI</vt:lpstr>
      <vt:lpstr>Power BI Service &amp; Collaboration</vt:lpstr>
      <vt:lpstr>Advantages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PAYAL GUPTA</dc:creator>
  <cp:keywords/>
  <dc:description>generated using python-pptx</dc:description>
  <cp:lastModifiedBy>nishumishra2029@gmail.com</cp:lastModifiedBy>
  <cp:revision>4</cp:revision>
  <dcterms:created xsi:type="dcterms:W3CDTF">2013-01-27T09:14:16Z</dcterms:created>
  <dcterms:modified xsi:type="dcterms:W3CDTF">2025-12-03T16:13:18Z</dcterms:modified>
  <cp:category/>
</cp:coreProperties>
</file>